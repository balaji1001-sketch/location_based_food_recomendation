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Food Recommendation &amp;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BBC05"/>
                </a:solidFill>
              </a:defRPr>
            </a:pPr>
            <a:r>
              <a:t>Price Comparison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🎯 Location-based restaurant discovery platform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💰 Real-time price comparison across restaurants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🤖 AI-powered personalized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⭐ User reviews with sentiment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🗺️ Geospatial search with distance filtering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🔐 Secure authentication with JWT tokens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Location-Based Search - Find restaurants within specified radius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Advanced Filtering - Cuisine, price range, rating, dietary needs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Personalized Recommendations - Content &amp; collaborative filtering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Price Comparison - Compare dish prices across restaurants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Review System - Submit &amp; view reviews with ratings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Sentiment Analysis - NLP-based review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React.js 18.2.0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Redux state management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React Router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Axios HTTP client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Chart.js visualization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•Leaflet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Node.js runtime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Express.js 4.18.2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MongoDB 7.0.0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Mongoose ODM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Redis caching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JWT authentication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ML &amp; Scraping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Python 3.8+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Flask 2.3.0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scikit-learn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NLTK &amp; TextBlob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BeautifulSoup4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Scrapy 2.9.0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Security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bcryptjs password hashing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JWT token auth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MongoDB geospatial indexes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Redis for caching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APScheduler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Sentiment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Database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📊 Users - User accounts with preferences &amp; ratings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🏪 Restaurants - Restaurant info with geospatial coordinates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💬 Reviews - User reviews with sentiment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⭐ UserRatings - Collaborative filtering 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💵 PriceTracking - Historical price 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🎯 Key Indexes: Geospatial (2dsphere), Compound indexes, TTL indexes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API Endpoints (1/3)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Authentication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POST /auth/register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POST /auth/login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GET /auth/me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PUT /auth/profile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Restaurants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GET /restaurants (filters)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GET /restaurants/:id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GET /restaurants/search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GET /restaurants/trending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API Endpoints (2/3)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Reviews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POST /reviews/:id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GET /reviews/:id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POST /reviews/:id/helpful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GET /recommendations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POST /recommendations/rate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API Endpoints (3/3)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💰 Price Comparison &amp; Trends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GET /price-comparison?foodItem=X&amp;days=N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GET /price-trends?foodItem=X&amp;days=30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POST /price-tracking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📝 Base URL: http://localhost:5000/api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🔐 Protected endpoints require JWT token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ML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🎯 Content-Based Filtering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Feature vectors: price, rating, cuisine, budget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Cosine similarity calculation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👥 Collaborative Filtering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User-user similarity matrix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Discovers unexpected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🔗 Hybrid Approach - 60% content + 40% collaborative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Sentiment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📊 VADER - Rule-based sentiment analyzer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📈 TextBlob - Statistical polarity scores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🤖 Ensemble Method - Combined scores for robustness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Classifications: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Positive sentiment (score &gt; 0.5)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Neutral sentiment (-0.5 to 0.5)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Negative sentiment (score &lt; -0.5)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Data Flow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🔍 Search 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User location → Filter criteria → Database query → Results on map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🤖 Recommendation 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User behavior → ML analysis → Similar users/items →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💬 Review 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User review → Save → Sentiment analysis → Update ratings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Optimizations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Geospatial indexes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Compound indexes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Query optimization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Connection pooling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4630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285F4"/>
                </a:solidFill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2011680"/>
            <a:ext cx="3840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Code splitting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Lazy loading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Image optimization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• CSS minification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Quick Start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Prerequisites: Node.js v14+, Python 3.8+, MongoDB 4.4+, Redis 6.0+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Services: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Frontend: http://localhost:3000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Backend: http://localhost:5000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ML Service: http://localhost:5001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Installation: npm install → python -m venv → Configure .env → npm/python start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Key Strengths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✨ Microservices Architecture - Scalable &amp; maintainable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🧠 Advanced ML Models - Accurate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⚡ Real-time Performance - Redis caching &amp; indexing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🌍 Geospatial Engine - Precise location-based search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🔒 Security First - JWT auth &amp; password hashing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📱 Responsive UI - Mobile-friendly design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Future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8229600" cy="0"/>
          </a:xfrm>
          <a:prstGeom prst="rect">
            <a:avLst/>
          </a:prstGeom>
          <a:ln w="381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🚀 Mobile App - Native iOS/Android applications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🤖 Advanced ML - Deep learning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🔔 Push Notifications - Real-time alerts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💳 Payment Integration - Online ordering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📊 Analytics Dashboard - Restaurant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🌐 Multi-language Support - Global expansion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BBC05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